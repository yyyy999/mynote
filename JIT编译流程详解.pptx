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TileLang-Ascend NPU JIT编译流程详解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面向开发者的技术讲解教程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概述：编译流程与核心文件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整体架构：分层设计与数据流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核心组件：JIT装饰器、编译器、运行时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编译流程：前端处理、IR转换、代码生成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运行时执行：内核加载与启动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关键源码解析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开发者指南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第 1 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什么是TileLang-Ascend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针对华为Ascend NPU硬件优化的张量计算框架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JIT编译将高层张量计算转换为NPU二进制代码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基于TVM编译基础设施进行深度定制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支持动态形状、自动调优等高级特性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编译流程概览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5029200"/>
          </a:xfrm>
          <a:prstGeom prst="roundRect">
            <a:avLst/>
          </a:prstGeom>
          <a:solidFill>
            <a:srgbClr val="E6F3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用户代码 (Python装饰器)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TIR (Tensor Intermediate Representation)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MLIR (Multi-Level Intermediate Representation)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NPU IR (Ascend专用中间表示)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二进制代码 (.o文件)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运行时加载与执行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核心文件位置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功能描述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jit_npu.py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tilelang/jit/jit_npu.py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NPU JIT编译核心实现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lower.py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tilelang/engine/lower.py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TIR到MLIR的转换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phase.py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tilelang/engine/phase.py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编译Pass调度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npu_utils.py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tilelang/utils/npu_utils.py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NPU工具函数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npu_utils.cpp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tilelang/utils/npu_utils.cpp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NPU底层C++接口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第 2 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整体架构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分层架构设计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用户层：Python装饰器接口，简洁易用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JIT编译层：装饰器入口、编译协调器、运行时封装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IR转换层：Lower函数、Pass调度、MLIR转换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代码生成层：NPU IR生成、bishengir-compile编译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运行时层：内核加载、Ascend Runtime API、NPU执行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数据流图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5029200"/>
          </a:xfrm>
          <a:prstGeom prst="roundRect">
            <a:avLst/>
          </a:prstGeom>
          <a:solidFill>
            <a:srgbClr val="E6F3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+-------------+     +-------------+     +-------------+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|  PrimFunc   | --&gt; |   MLIR      | --&gt; |   NPU IR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|  (TIR函数)  |     |  (中间表示) |     |  (Ascend)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+-------------+     +-------------+     +-------------+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                             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                             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+-------------+     +-------------+     +-------------+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|  Launcher   | &lt;-- |  Wrapper    | &lt;-- |  Binary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|  (.so)      |     |  (C++代码)  |     |  (.o)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+-------------+     +-------------+     +-------------+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第 3 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核心组件详解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JIT装饰器入口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用户与编译系统的交互入口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支持多种编译目标（npuir、cuda等）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自动缓存编译结果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支持动态形状参数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@tilelang.jit(target="npuir")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def my_kernel(block_M, block_N):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@T.prim_func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def main(A: T.Tensor((M, K), "fp16"),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 B: T.Tensor((K, N), "fp16"),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 C: T.Tensor((M, N), "fp16")):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# 内核实现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...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return 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JIT装饰器参数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默认值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func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Callable/PrimFunc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被装饰的函数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out_idx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int/List[int]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输出张量索引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str/Target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"auto"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编译目标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execution_backend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"cython"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执行后端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verbose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bool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详细日志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compiler_npu编译器类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NPU编译的核心协调器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管理整个编译流程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主要职责：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参数信息提取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符号变量处理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IR转换与优化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二进制生成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包装器构建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compiler_npu.compile() 编译流程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保存原始模块，提取参数信息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符号变量提升（动态形状处理）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解析网格信息（并行维度）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TIR到MLIR转换（lower函数）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解析签名和NPU IR元数据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6. NPU IR编译为二进制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7. 生成C++包装器代码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8. 构建启动器共享库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JitKernel_NPU运行时类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封装编译后的内核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提供执行接口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主要功能：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计算网格维度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构建参数列表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加载内核二进制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启动NPU内核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返回输出结果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第 4 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编译流程详解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4.1 前端处理阶段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参数信息提取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从PrimFunc提取dtype、shape、is_output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处理负索引输出参数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符号变量提升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收集动态形状中的tir.Var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将符号变量提升为函数参数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网格信息解析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提取blockIdx.x表达式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用于运行时计算并行维度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4.2 IR转换与优化阶段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Lower函数：TIR -&gt; MLIR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LowerAndLegalize阶段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绑定目标设备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简化IR表达式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移除空操作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OptimizeForTarget阶段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NPU循环向量化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Buffer分配位置规划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LowerOpaqueBlock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编译Pass流程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5029200"/>
          </a:xfrm>
          <a:prstGeom prst="roundRect">
            <a:avLst/>
          </a:prstGeom>
          <a:solidFill>
            <a:srgbClr val="E6F3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PrimFunc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+-- BindTarget      (绑定目标设备)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+-- Simplify        (简化表达式)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+-- RemoveNoOp      (移除空操作)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+-- NpuLoopVectorize (NPU循环向量化)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+-- PlanAndUpdateBufferAllocationLocation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+-- LowerOpaqueBlock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+-- RemoveNoOp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MLIR (NPU IR)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4.3 NPU代码生成阶段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NPU IR元数据解析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提取内核名称、混合模式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签名解析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从MLIR提取参数类型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NPU IR编译为二进制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调用bishengir-compile编译器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生成kernel.o文件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NPU编译选项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选项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--enable-auto-multi-buffer=true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启用自动多缓冲区优化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--enable-triton-kernel-compile=true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启用Triton风格内核编译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--enable-hivm-compile=true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启用HIVM编译流程</a:t>
                      </a:r>
                    </a:p>
                  </a:txBody>
                  <a:tcPr>
                    <a:solidFill>
                      <a:srgbClr val="E6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--disable-hivm-tensor-compile=true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禁用HIVM张量编译（专家模式）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4.4 包装器生成阶段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生成C++包装器代码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设备指针处理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内核启动函数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Python调用入口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构建启动器共享库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预编译头文件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编译包装器代码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生成.so文件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第 5 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运行时执行流程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NPUUtils工具类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与NPU硬件交互的底层接口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单例模式，首次使用时编译加载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主要方法：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load_binary(): 加载内核二进制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get_arch(): 获取Ascend SoC版本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get_aicore_num(): 获取AI Core数量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get_device_num(): 获取设备数量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内核启动流程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5029200"/>
          </a:xfrm>
          <a:prstGeom prst="roundRect">
            <a:avLst/>
          </a:prstGeom>
          <a:solidFill>
            <a:srgbClr val="E6F3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Python调用 kernel(a, b, c)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JitKernel_NPU.__call__()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计算网格维度 (_calcu_grid)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构建参数列表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NPUUtils.load_binary() -&gt; loadKernelBinary()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rtDevBinaryRegister() [注册二进制]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rtFunctionRegister() [注册函数]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rtKernelLaunch() [启动内核]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|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         v</a:t>
            </a:r>
          </a:p>
          <a:p>
            <a:pPr>
              <a:defRPr sz="1200">
                <a:solidFill>
                  <a:srgbClr val="1A3C6E"/>
                </a:solidFill>
                <a:latin typeface="Consolas"/>
              </a:defRPr>
            </a:pPr>
            <a:r>
              <a:t>NPU硬件执行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第 6 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关键源码解析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动态形状处理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符号变量机制处理动态形状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编译时：收集符号变量，提升为参数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运行时：从输入张量形状推断值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示例：矩阵乘法 M, N, K 作为符号变量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@tilelang.jit(target="npuir")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def dynamic_matmul(M, N, K):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@T.prim_func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def main(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A: T.Tensor((M, K), "fp16"),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B: T.Tensor((K, N), "fp16"),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C: T.Tensor((M, N), "fp16")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):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# M, N, K 是符号变量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...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    return main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网格维度计算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根据符号变量和输入张量计算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从输入张量形状提取动态值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替换网格函数中的符号变量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计算最终网格维度 [gridX, gridY, gridZ]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工作区管理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NPU内核执行时的临时存储空间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从编译后的内核获取大小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使用nm命令查找符号表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调用infer_workspace_shape_function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第 7 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开发者指南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环境配置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设置Ascend环境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source /usr/local/Ascend/ascend-toolkit/set_env.sh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设置环境变量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ASCEND_HOME_PATH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TILELANG_ASCEND_MODE (expert/dev)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调试选项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TILELANG_DUMP_IR=1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性能优化建议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分块大小选择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根据L1/L0C缓冲区大小选择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考虑数据重用和内存带宽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内存布局优化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使用load_nd2nz进行格式转换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合理使用L1缓冲区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流水线优化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双缓冲技术隐藏内存延迟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常见问题排查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编译失败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检查ASCEND_HOME_PATH环境变量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确认bishengir-compile在PATH中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运行时错误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检查输入张量的设备和数据类型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确认动态形状参数正确传递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性能问题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分析内核执行时间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优化分块策略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TileLang-Ascend JIT编译流程详解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